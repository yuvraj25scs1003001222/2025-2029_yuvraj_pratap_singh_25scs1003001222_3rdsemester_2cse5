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32A44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32A4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31520" cy="73152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5" name="Image 0" descr="/home/claude/ppt_icons/graduation_1B3A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773582"/>
            <a:ext cx="555955" cy="555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Journey in Teaching &amp; Education Support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We For Education Welfare Society, Meerut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 Pratap Singh</a:t>
            </a:r>
            <a:pPr indent="0" marL="0">
              <a:buNone/>
            </a:pPr>
            <a:r>
              <a:rPr lang="en-US" sz="140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No. 25SCS1003001222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983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Batch 2025-2029  |  School of Computer Science and Engineering, IILM University, Greater Noida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June 2026 – 11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2480310" cy="420624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60195" y="2011680"/>
            <a:ext cx="640080" cy="64008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5" name="Image 0" descr="/home/claude/ppt_icons/building_1B3A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005" y="208849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834640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3337560"/>
            <a:ext cx="202311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For Education Welfare Society, an NGO based in Shastri Nagar, Meerut, UP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40430" y="1600200"/>
            <a:ext cx="2480310" cy="420624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60545" y="2011680"/>
            <a:ext cx="640080" cy="64008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0" name="Image 1" descr="/home/claude/ppt_icons/calendar_1B3A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355" y="2088490"/>
            <a:ext cx="486461" cy="4864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23310" y="2834640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669030" y="3337560"/>
            <a:ext cx="202311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June 2026 to 11 July 2026 (nearly six weeks)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40780" y="1600200"/>
            <a:ext cx="2480310" cy="420624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60895" y="2011680"/>
            <a:ext cx="640080" cy="64008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5" name="Image 2" descr="/home/claude/ppt_icons/book_1B3A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705" y="2088490"/>
            <a:ext cx="486461" cy="4864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3660" y="2834640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Work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69380" y="3337560"/>
            <a:ext cx="202311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and Education Support for underprivileged children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041130" y="1600200"/>
            <a:ext cx="2480310" cy="420624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961245" y="2011680"/>
            <a:ext cx="640080" cy="64008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20" name="Image 3" descr="/home/claude/ppt_icons/users_1B3A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8055" y="208849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24010" y="2834640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To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269730" y="3337560"/>
            <a:ext cx="202311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Piyush Agarwal, Treasurer, We For Education Welfare Society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737360" y="914400"/>
            <a:ext cx="868680" cy="86868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4" name="Image 0" descr="/home/claude/ppt_icons/building_1B3A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602" y="1018642"/>
            <a:ext cx="660197" cy="6601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For Education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Welfare Society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2019 · Shastri Nagar, Meerut, Uttar Pradesh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42976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“Building an empowered and self-reliant community through education.”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5029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Organisation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663440" y="137160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non-governmental organisation founded by a group of like-minded individuals to give back to the community. It works to close the education gap for underprivileged children through free and low-cost education, scholarships, and skill development.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278892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7F3EC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84648" y="2971800"/>
            <a:ext cx="512064" cy="512064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2" name="Image 1" descr="/home/claude/ppt_icons/schoo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096" y="3033248"/>
            <a:ext cx="389169" cy="3891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3657600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55080" y="278892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7F3EC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76288" y="2971800"/>
            <a:ext cx="512064" cy="512064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6" name="Image 2" descr="/home/claude/ppt_icons/tool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736" y="3033248"/>
            <a:ext cx="389169" cy="3891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8232" y="3657600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46720" y="278892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7F3EC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567928" y="2971800"/>
            <a:ext cx="512064" cy="512064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0" name="Image 3" descr="/home/claude/ppt_icons/he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376" y="3033248"/>
            <a:ext cx="389169" cy="38916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19872" y="3657600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Awareness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9738360" y="278892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7F3EC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0259568" y="2971800"/>
            <a:ext cx="512064" cy="512064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4" name="Image 4" descr="/home/claude/ppt_icons/us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016" y="3033248"/>
            <a:ext cx="389169" cy="38916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811512" y="3657600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Welfare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663440" y="4617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Initiatives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709160" y="498348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Vidhya Vikas Yojana — scholarships covering up to 80% of fees for deserving students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Computer, career and entrepreneurship training for underprivileged youth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course designed for housewives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camps and the Birds Care Programme for the local community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99999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72768"/>
            <a:ext cx="512064" cy="512064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5" name="Image 0" descr="/home/claude/ppt_icons/bullseye_1B3A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128" y="1634216"/>
            <a:ext cx="389169" cy="3891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46304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in delivering learning sessions for underprivileged children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3591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99999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468880"/>
            <a:ext cx="512064" cy="512064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9" name="Image 1" descr="/home/claude/ppt_icons/users_1B3A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28" y="2530328"/>
            <a:ext cx="389169" cy="3891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359152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one-on-one and small-group learning for students needing extra help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32552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99999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68680" y="3364992"/>
            <a:ext cx="512064" cy="512064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3" name="Image 2" descr="/home/claude/ppt_icons/book_1B3A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28" y="3426440"/>
            <a:ext cx="389169" cy="3891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25526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prepare teaching aids, worksheets, and simple activity material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415137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99999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68680" y="4261104"/>
            <a:ext cx="512064" cy="512064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7" name="Image 3" descr="/home/claude/ppt_icons/building_1B3A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28" y="4322552"/>
            <a:ext cx="389169" cy="3891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151376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 grassroots NGO plans and delivers education with limited resources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40080" y="504748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99999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68680" y="5157216"/>
            <a:ext cx="512064" cy="512064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21" name="Image 4" descr="/home/claude/ppt_icons/lightbulb_1B3A5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28" y="5218664"/>
            <a:ext cx="389169" cy="38916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0200" y="504748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exposure to teaching, coordination, and community engagement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Responsibilities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part of the education support team, I contributed directly to the NGO's on-ground teaching programme for underprivileged children in Meerut.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7F3E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267712"/>
            <a:ext cx="41605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in conducting learning sessions under the NGO's education programmes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7F3EC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331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2267712"/>
            <a:ext cx="41605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one-on-one and small-group learning for students needing extra help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7F3EC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977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913632"/>
            <a:ext cx="41605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prepare teaching aids, worksheets, and simple activity material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7490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7F3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977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3913632"/>
            <a:ext cx="41605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staff in organising and coordinating classroom activities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7F3EC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5623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559552"/>
            <a:ext cx="41605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maintain attendance records and basic progress notes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53949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7F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5623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5559552"/>
            <a:ext cx="41605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Interacted with parents and the community as part of outreach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observation-then-participation approach, followed over nearly six weeks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00250" y="2697480"/>
            <a:ext cx="8161020" cy="0"/>
          </a:xfrm>
          <a:prstGeom prst="line">
            <a:avLst/>
          </a:prstGeom>
          <a:noFill/>
          <a:ln w="25400">
            <a:solidFill>
              <a:srgbClr val="D4A24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680210" y="2377440"/>
            <a:ext cx="640080" cy="64008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6" name="Text 4"/>
          <p:cNvSpPr/>
          <p:nvPr/>
        </p:nvSpPr>
        <p:spPr>
          <a:xfrm>
            <a:off x="168021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2354580" cy="2240280"/>
          </a:xfrm>
          <a:prstGeom prst="roundRect">
            <a:avLst>
              <a:gd name="adj" fmla="val 4082"/>
            </a:avLst>
          </a:prstGeom>
          <a:solidFill>
            <a:srgbClr val="132A44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474720"/>
            <a:ext cx="2080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886200"/>
            <a:ext cx="19888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ongoing classes and understood the NGO's working style and community.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09110" y="2377440"/>
            <a:ext cx="640080" cy="64008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430911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51860" y="3337560"/>
            <a:ext cx="2354580" cy="2240280"/>
          </a:xfrm>
          <a:prstGeom prst="roundRect">
            <a:avLst>
              <a:gd name="adj" fmla="val 4082"/>
            </a:avLst>
          </a:prstGeom>
          <a:solidFill>
            <a:srgbClr val="132A44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9020" y="3474720"/>
            <a:ext cx="2080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4740" y="3886200"/>
            <a:ext cx="19888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teachers conduct sessions and prepared basic teaching material.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38010" y="2377440"/>
            <a:ext cx="640080" cy="64008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6" name="Text 14"/>
          <p:cNvSpPr/>
          <p:nvPr/>
        </p:nvSpPr>
        <p:spPr>
          <a:xfrm>
            <a:off x="693801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080760" y="3337560"/>
            <a:ext cx="2354580" cy="2240280"/>
          </a:xfrm>
          <a:prstGeom prst="roundRect">
            <a:avLst>
              <a:gd name="adj" fmla="val 4082"/>
            </a:avLst>
          </a:prstGeom>
          <a:solidFill>
            <a:srgbClr val="132A44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474720"/>
            <a:ext cx="2080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3886200"/>
            <a:ext cx="19888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individual support to students who needed extra academic help.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66910" y="2377440"/>
            <a:ext cx="640080" cy="64008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21" name="Text 19"/>
          <p:cNvSpPr/>
          <p:nvPr/>
        </p:nvSpPr>
        <p:spPr>
          <a:xfrm>
            <a:off x="956691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709660" y="3337560"/>
            <a:ext cx="2354580" cy="2240280"/>
          </a:xfrm>
          <a:prstGeom prst="roundRect">
            <a:avLst>
              <a:gd name="adj" fmla="val 4082"/>
            </a:avLst>
          </a:prstGeom>
          <a:solidFill>
            <a:srgbClr val="132A44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46820" y="3474720"/>
            <a:ext cx="2080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92540" y="3886200"/>
            <a:ext cx="19888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progress informally and adapted the approach based on feedback.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Resources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this was a teaching-focused internship rather than a software project, the tools used were everyday digital and office tools: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480310" cy="356616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627" y="2560320"/>
            <a:ext cx="585216" cy="585216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6" name="Image 0" descr="/home/claude/ppt_icons/book_1B3A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853" y="2630546"/>
            <a:ext cx="44476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37560"/>
            <a:ext cx="22059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Word / Excel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211455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worksheets, attendance sheets and basic progress records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40430" y="2194560"/>
            <a:ext cx="2480310" cy="356616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7977" y="2560320"/>
            <a:ext cx="585216" cy="585216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1" name="Image 1" descr="/home/claude/ppt_icons/chart_1B3A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203" y="2630546"/>
            <a:ext cx="444764" cy="444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7590" y="3337560"/>
            <a:ext cx="22059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PowerPoint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23310" y="3977640"/>
            <a:ext cx="211455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simple visual teaching aids for classroom sessions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40780" y="2194560"/>
            <a:ext cx="2480310" cy="356616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88327" y="2560320"/>
            <a:ext cx="585216" cy="585216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6" name="Image 2" descr="/home/claude/ppt_icons/users_1B3A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553" y="2630546"/>
            <a:ext cx="444764" cy="4447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7940" y="3337560"/>
            <a:ext cx="22059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Google Forms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23660" y="3977640"/>
            <a:ext cx="211455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with volunteers and collecting basic student information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41130" y="2194560"/>
            <a:ext cx="2480310" cy="356616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88677" y="2560320"/>
            <a:ext cx="585216" cy="585216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21" name="Image 3" descr="/home/claude/ppt_icons/lightbulb_1B3A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903" y="2630546"/>
            <a:ext cx="444764" cy="4447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8290" y="3337560"/>
            <a:ext cx="22059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Computer Literacy Tools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224010" y="3977640"/>
            <a:ext cx="211455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while assisting with the NGO's computer training sessions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&amp; Skills Gained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7F3E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6" name="Image 0" descr="/home/claude/ppt_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1122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39112"/>
            <a:ext cx="2538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3087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my ability to communicate clearly and patiently with people from different backgrounds.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67784" y="187452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7F3EC"/>
          </a:solidFill>
          <a:ln/>
        </p:spPr>
      </p:sp>
      <p:sp>
        <p:nvSpPr>
          <p:cNvPr id="10" name="Shape 7"/>
          <p:cNvSpPr/>
          <p:nvPr/>
        </p:nvSpPr>
        <p:spPr>
          <a:xfrm>
            <a:off x="4550664" y="205740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1" name="Image 1" descr="/home/claude/ppt_icons/graduatio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528" y="21122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5024" y="2039112"/>
            <a:ext cx="2538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&amp; Mentoring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50664" y="2651760"/>
            <a:ext cx="3087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patience, adaptability, and how to simplify concepts for different learning levels.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095488" y="187452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7F3E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8368" y="205740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6" name="Image 2" descr="/home/claude/ppt_icons/build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232" y="21122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72728" y="2039112"/>
            <a:ext cx="2538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Social Sector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78368" y="2651760"/>
            <a:ext cx="3087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insight into how a grassroots NGO plans and delivers impact with limited resources.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7F3EC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1" name="Image 3" descr="/home/claude/ppt_icons/he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3525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279392"/>
            <a:ext cx="2538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&amp; Responsibility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22960" y="4892040"/>
            <a:ext cx="3087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more aware of educational inequality and strengthened my sense of social responsibility.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67784" y="411480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7F3E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50664" y="429768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26" name="Image 4" descr="/home/claude/ppt_icons/calenda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528" y="435254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45024" y="4279392"/>
            <a:ext cx="2538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&amp; Time Management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50664" y="4892040"/>
            <a:ext cx="3087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planning through scheduling, record-keeping and coordinating activities.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095488" y="4114800"/>
            <a:ext cx="3453384" cy="1965960"/>
          </a:xfrm>
          <a:prstGeom prst="roundRect">
            <a:avLst>
              <a:gd name="adj" fmla="val 4651"/>
            </a:avLst>
          </a:prstGeom>
          <a:solidFill>
            <a:srgbClr val="F7F3EC"/>
          </a:solidFill>
          <a:ln/>
        </p:spPr>
      </p:sp>
      <p:sp>
        <p:nvSpPr>
          <p:cNvPr id="30" name="Shape 23"/>
          <p:cNvSpPr/>
          <p:nvPr/>
        </p:nvSpPr>
        <p:spPr>
          <a:xfrm>
            <a:off x="8278368" y="429768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31" name="Image 5" descr="/home/claude/ppt_icons/helping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3232" y="4352544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72728" y="4279392"/>
            <a:ext cx="2538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78368" y="4892040"/>
            <a:ext cx="3087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collaborate effectively within a small, resource-constrained team.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09928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4" name="Image 0" descr="/home/claude/ppt_icons/mount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1781251"/>
            <a:ext cx="451714" cy="45171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63040" y="1600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99999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691640" y="1600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to varying learning levels of children within the same session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852928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8" name="Image 1" descr="/home/claude/ppt_icons/mount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" y="2924251"/>
            <a:ext cx="451714" cy="45171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63040" y="2743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99999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1691640" y="2743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limited teaching resources, requiring improvisation and creativity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995928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2" name="Image 2" descr="/home/claude/ppt_icons/mount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4067251"/>
            <a:ext cx="451714" cy="45171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463040" y="3886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99999">
                <a:alpha val="18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1691640" y="3886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 and rapport with children and the community in a short period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5138928"/>
            <a:ext cx="594360" cy="5943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6" name="Image 3" descr="/home/claude/ppt_icons/mounta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" y="5210251"/>
            <a:ext cx="451714" cy="45171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463040" y="5029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99999">
                <a:alpha val="1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1691640" y="5029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structured teaching plans with the NGO's flexible, on-ground way of working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10820" y="1207008"/>
            <a:ext cx="3767312" cy="5266944"/>
          </a:xfrm>
          <a:prstGeom prst="roundRect">
            <a:avLst>
              <a:gd name="adj" fmla="val 1214"/>
            </a:avLst>
          </a:prstGeom>
          <a:solidFill>
            <a:srgbClr val="FFFFFF"/>
          </a:solidFill>
          <a:ln w="19050">
            <a:solidFill>
              <a:srgbClr val="D4A24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/home/claude/cert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3972" y="1280160"/>
            <a:ext cx="3621008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389120" cy="4389120"/>
          </a:xfrm>
          <a:prstGeom prst="ellipse">
            <a:avLst/>
          </a:prstGeom>
          <a:solidFill>
            <a:srgbClr val="132A44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32A44"/>
          </a:solidFill>
          <a:ln/>
        </p:spPr>
      </p:sp>
      <p:sp>
        <p:nvSpPr>
          <p:cNvPr id="4" name="Shape 2"/>
          <p:cNvSpPr/>
          <p:nvPr/>
        </p:nvSpPr>
        <p:spPr>
          <a:xfrm>
            <a:off x="5742432" y="685800"/>
            <a:ext cx="822960" cy="82296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5" name="Image 0" descr="/home/claude/ppt_icons/quote_1B3A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1187" y="7845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463040" y="2560320"/>
            <a:ext cx="9235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internship at We For Education Welfare Society was a valuable and enriching experience. It gave me a first-hand understanding of how education-focused NGOs operate at the grassroots level, and how small, consistent efforts can meaningfully change children's lives.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3794760"/>
            <a:ext cx="9235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academics, it helped me grow as an individual — improving my communication, teaching, and organisational skills, while deepening my empathy and sense of social responsibility.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 Pratap Singh  |  B.Tech CSE, IILM University, Greater Noida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IILM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Internship Presentation</dc:title>
  <dc:subject/>
  <dc:creator>Yuvraj Pratap Singh</dc:creator>
  <cp:lastModifiedBy>Yuvraj Pratap Singh</cp:lastModifiedBy>
  <cp:revision>1</cp:revision>
  <dcterms:created xsi:type="dcterms:W3CDTF">2026-08-27T03:26:16Z</dcterms:created>
  <dcterms:modified xsi:type="dcterms:W3CDTF">2026-08-27T03:26:16Z</dcterms:modified>
</cp:coreProperties>
</file>